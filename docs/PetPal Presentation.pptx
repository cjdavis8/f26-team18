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embeddedFontLst>
    <p:embeddedFont>
      <p:font typeface="Roboto"/>
      <p:regular r:id="rId9"/>
      <p:bold r:id="rId10"/>
      <p:italic r:id="rId11"/>
      <p:boldItalic r:id="rId1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font" Target="fonts/Roboto-italic.fntdata"/><Relationship Id="rId10" Type="http://schemas.openxmlformats.org/officeDocument/2006/relationships/font" Target="fonts/Roboto-bold.fntdata"/><Relationship Id="rId12" Type="http://schemas.openxmlformats.org/officeDocument/2006/relationships/font" Target="fonts/Roboto-boldItalic.fntdata"/><Relationship Id="rId9" Type="http://schemas.openxmlformats.org/officeDocument/2006/relationships/font" Target="fonts/Roboto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c6f73a04f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c6f73a0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c6f73a04f_0_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c6f73a04f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h6975c13d237edfd2_1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h6975c13d237edfd2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fmla="val 16667" name="adj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2" type="body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5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/>
          <p:nvPr/>
        </p:nvSpPr>
        <p:spPr>
          <a:xfrm flipH="1" rot="10800000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/>
        </p:nvSpPr>
        <p:spPr>
          <a:xfrm flipH="1" rot="10800000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7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" name="Google Shape;41;p7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44" name="Google Shape;44;p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9" name="Google Shape;49;p9"/>
          <p:cNvSpPr txBox="1"/>
          <p:nvPr>
            <p:ph idx="1" type="subTitle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0" name="Google Shape;50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/>
        </p:nvSpPr>
        <p:spPr>
          <a:xfrm flipH="1" rot="10800000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10"/>
          <p:cNvSpPr/>
          <p:nvPr/>
        </p:nvSpPr>
        <p:spPr>
          <a:xfrm flipH="1" rot="10800000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0"/>
          <p:cNvSpPr txBox="1"/>
          <p:nvPr>
            <p:ph idx="1" type="body"/>
          </p:nvPr>
        </p:nvSpPr>
        <p:spPr>
          <a:xfrm>
            <a:off x="57150" y="4696825"/>
            <a:ext cx="8382000" cy="44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56" name="Google Shape;56;p10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4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/>
          <p:nvPr>
            <p:ph hasCustomPrompt="1" type="title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11"/>
          <p:cNvSpPr txBox="1"/>
          <p:nvPr>
            <p:ph idx="1" type="body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accent4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terial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PetPal</a:t>
            </a:r>
            <a:endParaRPr/>
          </a:p>
        </p:txBody>
      </p:sp>
      <p:sp>
        <p:nvSpPr>
          <p:cNvPr id="68" name="Google Shape;68;p13"/>
          <p:cNvSpPr txBox="1"/>
          <p:nvPr>
            <p:ph idx="1" type="subTitle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connecting pet owners with pet care professionals</a:t>
            </a:r>
            <a:endParaRPr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Customer Features</a:t>
            </a:r>
            <a:endParaRPr/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Create and edit a customer profile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 Create and edit pet profiles attached to the user profile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 Browse for dog walkers, pet sitters, groomers and trainers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-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Provider Features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 List services the provider would like to provide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 Select and update dates and times services are available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- View reviews on services that have been provided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4FC3F7"/>
      </a:hlink>
      <a:folHlink>
        <a:srgbClr val="4FC3F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