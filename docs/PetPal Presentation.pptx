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6975c13d237edfd2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6975c13d237edf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PetPal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connecting pet owners with pet care professionals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Features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Create and edit a customer profile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Create and edit pet profiles attached to the user profile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Browse for dog walkers, pet sitters, groomers and trainers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Leave reviews for pet care providers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 Features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List services the provider would like to provide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Select and update dates and times services are available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View reviews on services that have been provided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